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5708057" r:id="rId3"/>
    <p:sldId id="2145708058" r:id="rId4"/>
    <p:sldId id="2145708067" r:id="rId5"/>
    <p:sldId id="2145708059" r:id="rId6"/>
    <p:sldId id="262" r:id="rId7"/>
    <p:sldId id="2145708066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9"/>
    <a:srgbClr val="70AD47"/>
    <a:srgbClr val="41B6E6"/>
    <a:srgbClr val="E8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20130F-8D1D-42D6-A601-178F8D060D3C}"/>
              </a:ext>
            </a:extLst>
          </p:cNvPr>
          <p:cNvSpPr/>
          <p:nvPr userDrawn="1"/>
        </p:nvSpPr>
        <p:spPr>
          <a:xfrm>
            <a:off x="7697755" y="0"/>
            <a:ext cx="4494245" cy="6858000"/>
          </a:xfrm>
          <a:prstGeom prst="rect">
            <a:avLst/>
          </a:prstGeom>
          <a:solidFill>
            <a:srgbClr val="E8E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&amp;C-PPT-Cover-3.png">
            <a:extLst>
              <a:ext uri="{FF2B5EF4-FFF2-40B4-BE49-F238E27FC236}">
                <a16:creationId xmlns:a16="http://schemas.microsoft.com/office/drawing/2014/main" id="{33FC1317-DF11-4F6C-8A93-A854C6521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 descr="STRAPLINE-RGB-300.png">
            <a:extLst>
              <a:ext uri="{FF2B5EF4-FFF2-40B4-BE49-F238E27FC236}">
                <a16:creationId xmlns:a16="http://schemas.microsoft.com/office/drawing/2014/main" id="{B2F1CD34-0105-489B-86B7-26A1C51164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25" y="6375076"/>
            <a:ext cx="2880000" cy="168122"/>
          </a:xfrm>
          <a:prstGeom prst="rect">
            <a:avLst/>
          </a:prstGeom>
        </p:spPr>
      </p:pic>
      <p:pic>
        <p:nvPicPr>
          <p:cNvPr id="13" name="Picture 12" descr="SH&amp;C-RGB.png">
            <a:extLst>
              <a:ext uri="{FF2B5EF4-FFF2-40B4-BE49-F238E27FC236}">
                <a16:creationId xmlns:a16="http://schemas.microsoft.com/office/drawing/2014/main" id="{5E0E558E-6ED6-4178-A08E-6BFCE47CFE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12" y="748575"/>
            <a:ext cx="1980000" cy="7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2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&amp;C-PPT-Text-5.png">
            <a:extLst>
              <a:ext uri="{FF2B5EF4-FFF2-40B4-BE49-F238E27FC236}">
                <a16:creationId xmlns:a16="http://schemas.microsoft.com/office/drawing/2014/main" id="{79511213-DBC2-4076-9A97-2AED856AAF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09"/>
          <a:stretch/>
        </p:blipFill>
        <p:spPr>
          <a:xfrm>
            <a:off x="6496050" y="0"/>
            <a:ext cx="5695950" cy="6858000"/>
          </a:xfrm>
          <a:prstGeom prst="rect">
            <a:avLst/>
          </a:prstGeom>
        </p:spPr>
      </p:pic>
      <p:pic>
        <p:nvPicPr>
          <p:cNvPr id="8" name="Picture 7" descr="STRAPLINE-RGB-300.png">
            <a:extLst>
              <a:ext uri="{FF2B5EF4-FFF2-40B4-BE49-F238E27FC236}">
                <a16:creationId xmlns:a16="http://schemas.microsoft.com/office/drawing/2014/main" id="{4893A448-85E9-4F0A-9D57-5FA09891C6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25" y="6375076"/>
            <a:ext cx="2880000" cy="168122"/>
          </a:xfrm>
          <a:prstGeom prst="rect">
            <a:avLst/>
          </a:prstGeom>
        </p:spPr>
      </p:pic>
      <p:pic>
        <p:nvPicPr>
          <p:cNvPr id="6" name="Picture 5" descr="SH&amp;C-PPT-Text-5.png">
            <a:extLst>
              <a:ext uri="{FF2B5EF4-FFF2-40B4-BE49-F238E27FC236}">
                <a16:creationId xmlns:a16="http://schemas.microsoft.com/office/drawing/2014/main" id="{47D25A44-55F2-42B4-9134-76C21C8A1C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46"/>
          <a:stretch/>
        </p:blipFill>
        <p:spPr>
          <a:xfrm>
            <a:off x="0" y="0"/>
            <a:ext cx="583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7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EB88-0C6F-44E5-B80C-33D9A358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BF925-223C-4158-BE3A-28A720CEF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C2578-802F-4297-A271-50039D28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8256A-6182-46AB-9664-577E1F49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27299-A86B-42F6-952D-0CFCA950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25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F247-7D94-4211-A275-8F540F5E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4E86-59F4-4814-9B4E-F45D99ED7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56950-4426-43CD-8B1A-8BCD6BF10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31C7D-1BDC-4E63-9476-3831E570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02AD8-5A95-455E-B497-D7C56276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EB52F-B95E-4ACB-8565-C0312560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21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9D1F-669D-41F0-974C-9D98E597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74482-5C74-4DFD-83F7-5AADB7466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4EF59-7007-42C1-9E8B-0EDE9044F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53DB7-277E-4523-8594-1C4F1BB56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F2211-D87A-413F-BFB9-742A38855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1DD1B-EC7E-4AB3-B5A4-0DC3392B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14EC7-7A09-44B7-9A56-864B57A9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059A9-3CED-49AA-B199-923CAB21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5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A665-5A4C-4CD6-9547-922EDF7A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7090A-C9D8-4581-8D55-85CE97BE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D407-26BB-4276-A5C5-0518EFB8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517BB-8674-40C4-B593-A398CD5D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7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C79B3-AF34-49A5-A1E6-B90B134F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A079D-4D57-4C32-AFD3-33F11823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857D7-3CA5-4776-B727-E5E2CF81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92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D911-712B-415D-8EF3-51F5CC27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E5734-8CDF-46FE-830F-9196D936A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25268-EBB2-426B-80FE-221BA62E0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0D59-6EC1-408D-9E50-EB3EA628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2E4AA-5F6D-4DBD-895F-F8017541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B8E18-F0AC-434A-A6A4-29863C16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6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329A-95F2-458F-8E8D-81F6A776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F606A-1289-478C-A684-261B9CFA7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F81F4-9C17-4281-AD19-29D98E78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F6BDC-ACEE-4FC7-841E-50D819FF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8B30-4CE9-48CB-B178-D972F611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CD4A6-8029-48F3-B53D-03768CBB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2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8CE4-E32A-43A1-8DF1-F85C4CE4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117B4-3D46-4EF7-97E6-40F0DF04A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E559D-90E0-4C76-BA8E-D78A8191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26E4-3D8D-4775-9995-4E8F1882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51B05-B0B3-49F3-84D0-179FB040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2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AD1AD-9D11-4519-9B7B-6E39B0B57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043A9-FEEB-4A77-85F7-775E724C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796FA-76F9-4C1C-93DE-211AA69D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2280A-18B4-49EB-95A3-2485DECB0D90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84BB5-19DE-4B14-BD60-A450692B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E2CCA-F63E-4D5E-A036-8EE0FD7F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287" y="6331412"/>
            <a:ext cx="2743200" cy="365125"/>
          </a:xfrm>
          <a:prstGeom prst="rect">
            <a:avLst/>
          </a:prstGeom>
        </p:spPr>
        <p:txBody>
          <a:bodyPr/>
          <a:lstStyle/>
          <a:p>
            <a:fld id="{BC0D2F80-59BC-470D-B269-6622EFDD08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65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33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CC6E40-325B-4078-BBCA-0095F428A7EC}"/>
              </a:ext>
            </a:extLst>
          </p:cNvPr>
          <p:cNvSpPr txBox="1"/>
          <p:nvPr/>
        </p:nvSpPr>
        <p:spPr>
          <a:xfrm>
            <a:off x="5520306" y="2573804"/>
            <a:ext cx="59001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health and care for all</a:t>
            </a:r>
          </a:p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Developing our health and care system</a:t>
            </a:r>
          </a:p>
        </p:txBody>
      </p:sp>
    </p:spTree>
    <p:extLst>
      <p:ext uri="{BB962C8B-B14F-4D97-AF65-F5344CB8AC3E}">
        <p14:creationId xmlns:p14="http://schemas.microsoft.com/office/powerpoint/2010/main" val="3546956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6996" y="399182"/>
            <a:ext cx="9305379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 the needs of local people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3354A6-91C0-49B8-AB1D-55EC83B2C179}"/>
              </a:ext>
            </a:extLst>
          </p:cNvPr>
          <p:cNvSpPr txBox="1">
            <a:spLocks/>
          </p:cNvSpPr>
          <p:nvPr/>
        </p:nvSpPr>
        <p:spPr>
          <a:xfrm>
            <a:off x="1152525" y="1130749"/>
            <a:ext cx="9900079" cy="492689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Emma</a:t>
            </a:r>
            <a:endParaRPr lang="en-GB" sz="1800" b="1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42</a:t>
            </a:r>
            <a:r>
              <a:rPr lang="en-GB" sz="1800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 years old and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 lives in Sussex with her three children and husband.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She needs to know how they can stay well and, when they do have a health issue, how to get the most appropriate care and support as soon as possible.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1800" b="1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Anne</a:t>
            </a:r>
            <a:endParaRPr lang="en-GB" sz="1800" b="1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88 years old and lives alone in a rural part of Sussex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She 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has a complex long-term condition and needs the support and care of a range of services from a number of different organisations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She n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eeds them to work together to provide joined-up care close to where she lives.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8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Eddie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50 years old and has several long-term health conditions and mental health issues.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He is unemployed, lives in poor housing and is drinking more alcohol than before.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He needs additional help to know how he can get the advice and support he needs.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8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We know Emma, Anne and Eddie and many other people living across Sussex are not always getting what they need.</a:t>
            </a:r>
            <a:endParaRPr lang="en-GB" sz="18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0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3196" y="499856"/>
            <a:ext cx="9305379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we need to change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3354A6-91C0-49B8-AB1D-55EC83B2C179}"/>
              </a:ext>
            </a:extLst>
          </p:cNvPr>
          <p:cNvSpPr txBox="1">
            <a:spLocks/>
          </p:cNvSpPr>
          <p:nvPr/>
        </p:nvSpPr>
        <p:spPr>
          <a:xfrm>
            <a:off x="1377521" y="1559374"/>
            <a:ext cx="10065608" cy="492689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latin typeface="Arial" panose="020B0604020202020204" pitchFamily="34" charset="0"/>
                <a:ea typeface="MS PGothic" panose="020B0600070205080204" pitchFamily="34" charset="-128"/>
              </a:rPr>
              <a:t>Growing and a</a:t>
            </a:r>
            <a:r>
              <a:rPr lang="en-GB" b="1" dirty="0">
                <a:effectLst/>
                <a:latin typeface="Arial" panose="020B0604020202020204" pitchFamily="34" charset="0"/>
                <a:ea typeface="MS PGothic" panose="020B0600070205080204" pitchFamily="34" charset="-128"/>
              </a:rPr>
              <a:t>geing population</a:t>
            </a:r>
            <a:endParaRPr lang="en-GB" dirty="0"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b="1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effectLst/>
                <a:latin typeface="Arial" panose="020B0604020202020204" pitchFamily="34" charset="0"/>
                <a:ea typeface="MS PGothic" panose="020B0600070205080204" pitchFamily="34" charset="-128"/>
              </a:rPr>
              <a:t>The most deprived people have worst outcomes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D</a:t>
            </a:r>
            <a:r>
              <a:rPr lang="en-GB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isjointed experience and care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b="1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Impact of the pandemic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GB" b="1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Limited resources</a:t>
            </a:r>
          </a:p>
        </p:txBody>
      </p:sp>
    </p:spTree>
    <p:extLst>
      <p:ext uri="{BB962C8B-B14F-4D97-AF65-F5344CB8AC3E}">
        <p14:creationId xmlns:p14="http://schemas.microsoft.com/office/powerpoint/2010/main" val="2291462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3196" y="499856"/>
            <a:ext cx="9305379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we need to change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A81C786-DEA8-48EB-B358-6B1F11745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447" y="2064199"/>
            <a:ext cx="5559518" cy="4360620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D8F631F-1874-4078-917D-5E690C762E28}"/>
              </a:ext>
            </a:extLst>
          </p:cNvPr>
          <p:cNvSpPr txBox="1">
            <a:spLocks/>
          </p:cNvSpPr>
          <p:nvPr/>
        </p:nvSpPr>
        <p:spPr>
          <a:xfrm>
            <a:off x="1063197" y="1245049"/>
            <a:ext cx="9995328" cy="492689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latin typeface="Arial" panose="020B0604020202020204" pitchFamily="34" charset="0"/>
                <a:ea typeface="MS PGothic" panose="020B0600070205080204" pitchFamily="34" charset="-128"/>
              </a:rPr>
              <a:t>Many factors influence someone’s health and wellbeing and these are the responsibility of many different health and care organisations.</a:t>
            </a:r>
            <a:endParaRPr lang="en-GB" sz="20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66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9950" y="547481"/>
            <a:ext cx="9305379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we are changing for you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1FF4D3F-0698-4377-BD08-05BF19455C33}"/>
              </a:ext>
            </a:extLst>
          </p:cNvPr>
          <p:cNvSpPr txBox="1">
            <a:spLocks/>
          </p:cNvSpPr>
          <p:nvPr/>
        </p:nvSpPr>
        <p:spPr>
          <a:xfrm>
            <a:off x="989950" y="1536072"/>
            <a:ext cx="10573399" cy="4926897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We are developing our health and care system to allow organisations to work better together to improve the health and care for our population: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 NHS organisations in Sussex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County Councils and 1 City Council in Sussex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Voluntary, Community and Social Enterprise organisations in Sussex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Universities and 1 Medical School in Sussex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Healthwatch organisations in Sussex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Involvement of interested stakeholders and members of the public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4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23797" y="611639"/>
            <a:ext cx="8426042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we are working differently for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38A7-C110-4A4A-96C9-E7CF9C89A5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42039" y="1572396"/>
            <a:ext cx="10307922" cy="3355672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New way of working across Sussex for organisations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 wide range of organisations with an interest in health and care will come together regularly as the ‘</a:t>
            </a: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Health and Care Assembly’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to make sure the needs of Sussex people are being met.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GB" sz="18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New way of working for the local NHS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We </a:t>
            </a:r>
            <a:r>
              <a:rPr lang="en-GB" sz="1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have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created a new organisation called ‘</a:t>
            </a: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NHS Sussex’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that will help improve the way the NHS plan and pay for local services, and better support local NHS organisations to give people the care they need.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8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New way of working for local populations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We are creating ‘</a:t>
            </a:r>
            <a:r>
              <a:rPr lang="en-GB" sz="1800" b="1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health and care partnerships’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of organisations across our local authority areas that will work closer together to better support communities to stay healthy and get the most appropriate support, care and treatment they need.</a:t>
            </a:r>
            <a:r>
              <a:rPr lang="en-GB" sz="1800" dirty="0">
                <a:effectLst/>
                <a:latin typeface="Arial" panose="020B0604020202020204" pitchFamily="34" charset="0"/>
                <a:ea typeface="MS PGothic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GB" sz="1800" dirty="0">
              <a:effectLst/>
              <a:latin typeface="Arial" panose="020B0604020202020204" pitchFamily="34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05312" y="490960"/>
            <a:ext cx="10515600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this looks like in practice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90E421-F580-43DB-B996-0EAA3400F25E}"/>
              </a:ext>
            </a:extLst>
          </p:cNvPr>
          <p:cNvGrpSpPr/>
          <p:nvPr/>
        </p:nvGrpSpPr>
        <p:grpSpPr>
          <a:xfrm>
            <a:off x="812387" y="1592903"/>
            <a:ext cx="10377473" cy="3995306"/>
            <a:chOff x="259471" y="1195352"/>
            <a:chExt cx="10377473" cy="3995306"/>
          </a:xfrm>
        </p:grpSpPr>
        <p:pic>
          <p:nvPicPr>
            <p:cNvPr id="5" name="Picture 2" descr="NHS Logo PNG Vector">
              <a:extLst>
                <a:ext uri="{FF2B5EF4-FFF2-40B4-BE49-F238E27FC236}">
                  <a16:creationId xmlns:a16="http://schemas.microsoft.com/office/drawing/2014/main" id="{8140F268-25BA-40E0-B573-83A9183FBD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545" y="1991728"/>
              <a:ext cx="6897670" cy="2826461"/>
            </a:xfrm>
            <a:prstGeom prst="rect">
              <a:avLst/>
            </a:prstGeom>
            <a:noFill/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E8A8CF-D6E8-4464-A41F-A9BBCE625DFC}"/>
                </a:ext>
              </a:extLst>
            </p:cNvPr>
            <p:cNvGrpSpPr/>
            <p:nvPr/>
          </p:nvGrpSpPr>
          <p:grpSpPr>
            <a:xfrm>
              <a:off x="259471" y="1195352"/>
              <a:ext cx="10377473" cy="3995306"/>
              <a:chOff x="345594" y="1161175"/>
              <a:chExt cx="10377473" cy="399530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FCB388-41B1-41CF-9FE5-5272A2AD39FA}"/>
                  </a:ext>
                </a:extLst>
              </p:cNvPr>
              <p:cNvSpPr txBox="1"/>
              <p:nvPr/>
            </p:nvSpPr>
            <p:spPr>
              <a:xfrm>
                <a:off x="345594" y="1161175"/>
                <a:ext cx="1021729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Public 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Health</a:t>
                </a:r>
              </a:p>
              <a:p>
                <a:pPr algn="ctr"/>
                <a:r>
                  <a:rPr lang="en-GB" b="1" dirty="0"/>
                  <a:t>                 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9123D5-51CB-4075-A358-8B28A3F8BF6D}"/>
                  </a:ext>
                </a:extLst>
              </p:cNvPr>
              <p:cNvSpPr txBox="1"/>
              <p:nvPr/>
            </p:nvSpPr>
            <p:spPr>
              <a:xfrm>
                <a:off x="1528521" y="1161175"/>
                <a:ext cx="1021729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Primary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Care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B9286A-2328-4FF9-B2FD-22725C2CB14E}"/>
                  </a:ext>
                </a:extLst>
              </p:cNvPr>
              <p:cNvSpPr txBox="1"/>
              <p:nvPr/>
            </p:nvSpPr>
            <p:spPr>
              <a:xfrm>
                <a:off x="2711448" y="1161175"/>
                <a:ext cx="1021730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Urgent 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Care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7F581-2CA2-47E8-9F0A-A5D638B1A021}"/>
                  </a:ext>
                </a:extLst>
              </p:cNvPr>
              <p:cNvSpPr txBox="1"/>
              <p:nvPr/>
            </p:nvSpPr>
            <p:spPr>
              <a:xfrm>
                <a:off x="5057450" y="1170700"/>
                <a:ext cx="1021730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Planned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Care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1E4680-282A-472A-A300-E72142CFD62A}"/>
                  </a:ext>
                </a:extLst>
              </p:cNvPr>
              <p:cNvSpPr txBox="1"/>
              <p:nvPr/>
            </p:nvSpPr>
            <p:spPr>
              <a:xfrm>
                <a:off x="8547683" y="1186163"/>
                <a:ext cx="1021730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Social 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Care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</a:t>
                </a:r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CA6D3E-E4A1-4371-A04F-5274FFFDC14D}"/>
                  </a:ext>
                </a:extLst>
              </p:cNvPr>
              <p:cNvSpPr txBox="1"/>
              <p:nvPr/>
            </p:nvSpPr>
            <p:spPr>
              <a:xfrm>
                <a:off x="9701336" y="1186163"/>
                <a:ext cx="1021731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VCSE</a:t>
                </a:r>
              </a:p>
              <a:p>
                <a:pPr algn="ctr"/>
                <a:r>
                  <a:rPr lang="en-GB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DF9011-29B6-425B-926F-40B1CCDFFEFE}"/>
                  </a:ext>
                </a:extLst>
              </p:cNvPr>
              <p:cNvSpPr txBox="1"/>
              <p:nvPr/>
            </p:nvSpPr>
            <p:spPr>
              <a:xfrm>
                <a:off x="3894377" y="1161175"/>
                <a:ext cx="1021728" cy="3970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endParaRPr lang="en-GB" b="1" dirty="0"/>
              </a:p>
              <a:p>
                <a:pPr algn="ctr"/>
                <a:r>
                  <a:rPr lang="en-GB" b="1" dirty="0"/>
                  <a:t>                     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6AA1C36-8B2F-4F87-8895-831AAFE533D9}"/>
              </a:ext>
            </a:extLst>
          </p:cNvPr>
          <p:cNvSpPr txBox="1"/>
          <p:nvPr/>
        </p:nvSpPr>
        <p:spPr>
          <a:xfrm>
            <a:off x="7851401" y="1600597"/>
            <a:ext cx="1021730" cy="39549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Mental Health</a:t>
            </a:r>
          </a:p>
          <a:p>
            <a:pPr algn="ctr"/>
            <a:endParaRPr lang="en-GB" b="1" dirty="0"/>
          </a:p>
          <a:p>
            <a:pPr algn="ctr"/>
            <a:endParaRPr lang="en-GB" sz="700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r>
              <a:rPr lang="en-GB" b="1" dirty="0"/>
              <a:t>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27465-049D-4328-87DC-E2913FA69A0D}"/>
              </a:ext>
            </a:extLst>
          </p:cNvPr>
          <p:cNvSpPr txBox="1"/>
          <p:nvPr/>
        </p:nvSpPr>
        <p:spPr>
          <a:xfrm>
            <a:off x="4370593" y="1592903"/>
            <a:ext cx="1021727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Emergency Care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F33F3F-522E-4E38-B065-ED1EB5A8363A}"/>
              </a:ext>
            </a:extLst>
          </p:cNvPr>
          <p:cNvSpPr txBox="1"/>
          <p:nvPr/>
        </p:nvSpPr>
        <p:spPr>
          <a:xfrm>
            <a:off x="6697753" y="1602428"/>
            <a:ext cx="1021728" cy="3970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r>
              <a:rPr lang="en-GB" b="1" dirty="0"/>
              <a:t>                   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96FC47-C958-4DCB-85F7-EA6FA4FC31A7}"/>
              </a:ext>
            </a:extLst>
          </p:cNvPr>
          <p:cNvSpPr txBox="1"/>
          <p:nvPr/>
        </p:nvSpPr>
        <p:spPr>
          <a:xfrm>
            <a:off x="6697751" y="1600597"/>
            <a:ext cx="1021727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Community Care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7F5339DF-48D0-4A7B-BF68-75ED2FAF18CB}"/>
              </a:ext>
            </a:extLst>
          </p:cNvPr>
          <p:cNvSpPr/>
          <p:nvPr/>
        </p:nvSpPr>
        <p:spPr>
          <a:xfrm>
            <a:off x="600076" y="4522202"/>
            <a:ext cx="10779537" cy="10660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Joining-up services from the person’s point of view</a:t>
            </a:r>
          </a:p>
        </p:txBody>
      </p:sp>
    </p:spTree>
    <p:extLst>
      <p:ext uri="{BB962C8B-B14F-4D97-AF65-F5344CB8AC3E}">
        <p14:creationId xmlns:p14="http://schemas.microsoft.com/office/powerpoint/2010/main" val="166070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0CE0-E003-43EC-B99E-9CF2649D6E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6312" y="709204"/>
            <a:ext cx="10515600" cy="649943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this means for local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38A7-C110-4A4A-96C9-E7CF9C89A5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76312" y="1797458"/>
            <a:ext cx="10239375" cy="435133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working in a more joined-up way, we will: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 everyone to access the care they need when they need it </a:t>
            </a:r>
            <a:r>
              <a:rPr lang="en-GB" sz="2000" b="1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waiting less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improving the health of our children and young people </a:t>
            </a:r>
            <a:r>
              <a:rPr lang="en-GB" sz="2000" b="1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starting well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support those with long-term conditions and multiple needs </a:t>
            </a:r>
            <a:r>
              <a:rPr lang="en-GB" sz="2000" b="1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living well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 people to stay well and independent for as long as possible </a:t>
            </a:r>
            <a:r>
              <a:rPr lang="en-GB" sz="2000" b="1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ageing well</a:t>
            </a:r>
          </a:p>
        </p:txBody>
      </p:sp>
    </p:spTree>
    <p:extLst>
      <p:ext uri="{BB962C8B-B14F-4D97-AF65-F5344CB8AC3E}">
        <p14:creationId xmlns:p14="http://schemas.microsoft.com/office/powerpoint/2010/main" val="117881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584</Words>
  <Application>Microsoft Office PowerPoint</Application>
  <PresentationFormat>Widescreen</PresentationFormat>
  <Paragraphs>184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Symbol</vt:lpstr>
      <vt:lpstr>Wingdings</vt:lpstr>
      <vt:lpstr>Office Theme</vt:lpstr>
      <vt:lpstr>PowerPoint Presentation</vt:lpstr>
      <vt:lpstr>Meeting the needs of local people</vt:lpstr>
      <vt:lpstr>Why we need to change</vt:lpstr>
      <vt:lpstr>Why we need to change</vt:lpstr>
      <vt:lpstr>How we are changing for you</vt:lpstr>
      <vt:lpstr>How we are working differently for you</vt:lpstr>
      <vt:lpstr>What this looks like in practice</vt:lpstr>
      <vt:lpstr>What this means for local people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GURNEY, Thomas (SUSSEX HEALTH AND CARE PARTNERSHIP STP)</dc:creator>
  <cp:lastModifiedBy>SARGENT, Caroline (NHS SUSSEX INTEGRATED CARE BOARD)</cp:lastModifiedBy>
  <cp:revision>21</cp:revision>
  <dcterms:created xsi:type="dcterms:W3CDTF">2022-06-09T14:34:30Z</dcterms:created>
  <dcterms:modified xsi:type="dcterms:W3CDTF">2022-08-23T08:40:38Z</dcterms:modified>
</cp:coreProperties>
</file>